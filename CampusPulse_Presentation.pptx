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602fd38-c0d1-2569-6648-df58a16c7d28}">
          <p14:sldIdLst>
            <p14:sldId id="256"/>
          </p14:sldIdLst>
        </p14:section>
        <p14:section name="Problem" id="{0f5a5a94-a20a-3c97-5be0-d2eaf1225d1e}">
          <p14:sldIdLst>
            <p14:sldId id="257"/>
            <p14:sldId id="258"/>
          </p14:sldIdLst>
        </p14:section>
        <p14:section name="Journeys" id="{423acd13-6dd7-5216-3aaa-98a4661b2eee}">
          <p14:sldIdLst>
            <p14:sldId id="259"/>
            <p14:sldId id="260"/>
          </p14:sldIdLst>
        </p14:section>
        <p14:section name="Product" id="{0bce6289-69dc-84a3-adf3-552c12097ebf}">
          <p14:sldIdLst>
            <p14:sldId id="261"/>
            <p14:sldId id="262"/>
          </p14:sldIdLst>
        </p14:section>
        <p14:section name="Close" id="{a5993658-60ec-c28a-0411-2eae1a1ab3c7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sides of the problem from the official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core workflows: Find an Event and Host an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registration steps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Organizer side of the end-to-end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tour; the demo shows each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requirement from the official statement to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what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link with your Netlify URL once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385"/>
                </a:solidFill>
              </a:rPr>
              <a:t>CampusPulse | Synesis 26 Smart Campus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H4g5Uag9BjNhN6DJEtLyiZ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CampusPulse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Smart Campus Event Hub: discover, register, host, approve and measure every campus event in one place.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Discover Better. Organize Smarter. Connect Campus.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Synesis 26 | Smart Campus Problem Statement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problem: events are scattered</a:t>
            </a:r>
            <a:endParaRPr lang="en-US" sz="2600" dirty="0"/>
          </a:p>
        </p:txBody>
      </p:sp>
      <p:sp>
        <p:nvSpPr>
          <p:cNvPr id="3" name="ProblemCard0"/>
          <p:cNvSpPr/>
          <p:nvPr/>
        </p:nvSpPr>
        <p:spPr>
          <a:xfrm>
            <a:off x="548640" y="1371600"/>
            <a:ext cx="384048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4" name="Accent0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Students face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Events hide across Instagram, WhatsApp groups and posters. Hard to find relevant events and track registrations.</a:t>
            </a:r>
            <a:endParaRPr lang="en-US" sz="1500" dirty="0"/>
          </a:p>
        </p:txBody>
      </p:sp>
      <p:sp>
        <p:nvSpPr>
          <p:cNvPr id="7" name="ProblemCard1"/>
          <p:cNvSpPr/>
          <p:nvPr/>
        </p:nvSpPr>
        <p:spPr>
          <a:xfrm>
            <a:off x="4663440" y="1371600"/>
            <a:ext cx="384048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8" name="Accent1"/>
          <p:cNvSpPr/>
          <p:nvPr/>
        </p:nvSpPr>
        <p:spPr>
          <a:xfrm>
            <a:off x="4663440" y="1371600"/>
            <a:ext cx="73152" cy="2286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Organizers face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Fragmented registration data, venue clashes, manual approvals and no central analytics.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journey from discovering an event to hosting it is fragmented, slow and manual.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Our solution: one platform, two workflows</a:t>
            </a:r>
            <a:endParaRPr lang="en-US" sz="2600" dirty="0"/>
          </a:p>
        </p:txBody>
      </p:sp>
      <p:sp>
        <p:nvSpPr>
          <p:cNvPr id="3" name="FlowCard0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4" name="FlowHead0"/>
          <p:cNvSpPr/>
          <p:nvPr/>
        </p:nvSpPr>
        <p:spPr>
          <a:xfrm>
            <a:off x="548640" y="1371600"/>
            <a:ext cx="384048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Find an Event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For students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Search, filters and recommendations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Registration with OTP and payment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QR ticket you can download as PDF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Waitlist, calendar view, saved events</a:t>
            </a:r>
            <a:endParaRPr lang="en-US" sz="1500" dirty="0"/>
          </a:p>
        </p:txBody>
      </p:sp>
      <p:sp>
        <p:nvSpPr>
          <p:cNvPr id="8" name="FlowCard1"/>
          <p:cNvSpPr/>
          <p:nvPr/>
        </p:nvSpPr>
        <p:spPr>
          <a:xfrm>
            <a:off x="466344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9" name="FlowHead1"/>
          <p:cNvSpPr/>
          <p:nvPr/>
        </p:nvSpPr>
        <p:spPr>
          <a:xfrm>
            <a:off x="4663440" y="1371600"/>
            <a:ext cx="384048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Host an Event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For organizers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514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Poster upload drafts the event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Venue conflict check with alternatives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HOD then Dean approval with history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attendance, analytics, announcements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Student journey: from discovery to ticket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86868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Discover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Search, filter, or follow recommendations from your interests</a:t>
            </a:r>
            <a:endParaRPr lang="en-US" sz="1150" dirty="0"/>
          </a:p>
        </p:txBody>
      </p:sp>
      <p:sp>
        <p:nvSpPr>
          <p:cNvPr id="7" name="Link0"/>
          <p:cNvSpPr/>
          <p:nvPr/>
        </p:nvSpPr>
        <p:spPr>
          <a:xfrm>
            <a:off x="160020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8" name="Step1"/>
          <p:cNvSpPr/>
          <p:nvPr/>
        </p:nvSpPr>
        <p:spPr>
          <a:xfrm>
            <a:off x="256032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Details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Name, roll number and mobile number</a:t>
            </a:r>
            <a:endParaRPr lang="en-US" sz="1150" dirty="0"/>
          </a:p>
        </p:txBody>
      </p:sp>
      <p:sp>
        <p:nvSpPr>
          <p:cNvPr id="12" name="Link1"/>
          <p:cNvSpPr/>
          <p:nvPr/>
        </p:nvSpPr>
        <p:spPr>
          <a:xfrm>
            <a:off x="329184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13" name="Step2"/>
          <p:cNvSpPr/>
          <p:nvPr/>
        </p:nvSpPr>
        <p:spPr>
          <a:xfrm>
            <a:off x="425196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OTP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Verify the mobile number with a 6-digit code</a:t>
            </a:r>
            <a:endParaRPr lang="en-US" sz="1150" dirty="0"/>
          </a:p>
        </p:txBody>
      </p:sp>
      <p:sp>
        <p:nvSpPr>
          <p:cNvPr id="17" name="Link2"/>
          <p:cNvSpPr/>
          <p:nvPr/>
        </p:nvSpPr>
        <p:spPr>
          <a:xfrm>
            <a:off x="498348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18" name="Step3"/>
          <p:cNvSpPr/>
          <p:nvPr/>
        </p:nvSpPr>
        <p:spPr>
          <a:xfrm>
            <a:off x="594360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UPI, card or net banking. Free events skip this</a:t>
            </a:r>
            <a:endParaRPr lang="en-US" sz="1150" dirty="0"/>
          </a:p>
        </p:txBody>
      </p:sp>
      <p:sp>
        <p:nvSpPr>
          <p:cNvPr id="22" name="Link3"/>
          <p:cNvSpPr/>
          <p:nvPr/>
        </p:nvSpPr>
        <p:spPr>
          <a:xfrm>
            <a:off x="667512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23" name="Step4"/>
          <p:cNvSpPr/>
          <p:nvPr/>
        </p:nvSpPr>
        <p:spPr>
          <a:xfrm>
            <a:off x="763524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QR ticket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Name on ticket, download as PDF, check in at the door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If an event is full, students join a waitlist and are promoted automatically when a seat opens.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Organizer journey: poster to attendance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86868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Upload poster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The flyer fills title, date, venue and capacity</a:t>
            </a:r>
            <a:endParaRPr lang="en-US" sz="1150" dirty="0"/>
          </a:p>
        </p:txBody>
      </p:sp>
      <p:sp>
        <p:nvSpPr>
          <p:cNvPr id="7" name="Link0"/>
          <p:cNvSpPr/>
          <p:nvPr/>
        </p:nvSpPr>
        <p:spPr>
          <a:xfrm>
            <a:off x="160020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8" name="Step1"/>
          <p:cNvSpPr/>
          <p:nvPr/>
        </p:nvSpPr>
        <p:spPr>
          <a:xfrm>
            <a:off x="256032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Venue check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Clashes flagged with free slots and venues</a:t>
            </a:r>
            <a:endParaRPr lang="en-US" sz="1150" dirty="0"/>
          </a:p>
        </p:txBody>
      </p:sp>
      <p:sp>
        <p:nvSpPr>
          <p:cNvPr id="12" name="Link1"/>
          <p:cNvSpPr/>
          <p:nvPr/>
        </p:nvSpPr>
        <p:spPr>
          <a:xfrm>
            <a:off x="329184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13" name="Step2"/>
          <p:cNvSpPr/>
          <p:nvPr/>
        </p:nvSpPr>
        <p:spPr>
          <a:xfrm>
            <a:off x="425196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Approvals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HOD approves, then Dean Office, with full history</a:t>
            </a:r>
            <a:endParaRPr lang="en-US" sz="1150" dirty="0"/>
          </a:p>
        </p:txBody>
      </p:sp>
      <p:sp>
        <p:nvSpPr>
          <p:cNvPr id="17" name="Link2"/>
          <p:cNvSpPr/>
          <p:nvPr/>
        </p:nvSpPr>
        <p:spPr>
          <a:xfrm>
            <a:off x="498348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18" name="Step3"/>
          <p:cNvSpPr/>
          <p:nvPr/>
        </p:nvSpPr>
        <p:spPr>
          <a:xfrm>
            <a:off x="594360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 live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Event appears for students, with optional fee</a:t>
            </a:r>
            <a:endParaRPr lang="en-US" sz="1150" dirty="0"/>
          </a:p>
        </p:txBody>
      </p:sp>
      <p:sp>
        <p:nvSpPr>
          <p:cNvPr id="22" name="Link3"/>
          <p:cNvSpPr/>
          <p:nvPr/>
        </p:nvSpPr>
        <p:spPr>
          <a:xfrm>
            <a:off x="6675120" y="1892808"/>
            <a:ext cx="914400" cy="0"/>
          </a:xfrm>
          <a:prstGeom prst="line">
            <a:avLst/>
          </a:prstGeom>
          <a:noFill/>
          <a:ln w="25400">
            <a:solidFill>
              <a:srgbClr val="8C8CFF"/>
            </a:solidFill>
            <a:prstDash val="solid"/>
          </a:ln>
        </p:spPr>
      </p:sp>
      <p:sp>
        <p:nvSpPr>
          <p:cNvPr id="23" name="Step4"/>
          <p:cNvSpPr/>
          <p:nvPr/>
        </p:nvSpPr>
        <p:spPr>
          <a:xfrm>
            <a:off x="763524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Track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Live check-in, analytics, updates and cancellation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Everything is discoverable, approvable and measurable in one place, with no manual paperwork.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Eight features beyond the basics</a:t>
            </a:r>
            <a:endParaRPr lang="en-US" sz="2600" dirty="0"/>
          </a:p>
        </p:txBody>
      </p:sp>
      <p:sp>
        <p:nvSpPr>
          <p:cNvPr id="3" name="Feature0"/>
          <p:cNvSpPr/>
          <p:nvPr/>
        </p:nvSpPr>
        <p:spPr>
          <a:xfrm>
            <a:off x="548640" y="13716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Smart discovery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Filters, search and interest ranking</a:t>
            </a:r>
            <a:endParaRPr lang="en-US" sz="1200" dirty="0"/>
          </a:p>
        </p:txBody>
      </p:sp>
      <p:sp>
        <p:nvSpPr>
          <p:cNvPr id="6" name="Feature1"/>
          <p:cNvSpPr/>
          <p:nvPr/>
        </p:nvSpPr>
        <p:spPr>
          <a:xfrm>
            <a:off x="2560320" y="13716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QR tickets + PDF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 on ticket, downloadable</a:t>
            </a:r>
            <a:endParaRPr lang="en-US" sz="1200" dirty="0"/>
          </a:p>
        </p:txBody>
      </p:sp>
      <p:sp>
        <p:nvSpPr>
          <p:cNvPr id="9" name="Feature2"/>
          <p:cNvSpPr/>
          <p:nvPr/>
        </p:nvSpPr>
        <p:spPr>
          <a:xfrm>
            <a:off x="4572000" y="13716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OTP and payment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Verified, paid registration</a:t>
            </a:r>
            <a:endParaRPr lang="en-US" sz="1200" dirty="0"/>
          </a:p>
        </p:txBody>
      </p:sp>
      <p:sp>
        <p:nvSpPr>
          <p:cNvPr id="12" name="Feature3"/>
          <p:cNvSpPr/>
          <p:nvPr/>
        </p:nvSpPr>
        <p:spPr>
          <a:xfrm>
            <a:off x="6583680" y="13716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Waitlist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Auto-promotion when seats open</a:t>
            </a:r>
            <a:endParaRPr lang="en-US" sz="1200" dirty="0"/>
          </a:p>
        </p:txBody>
      </p:sp>
      <p:sp>
        <p:nvSpPr>
          <p:cNvPr id="15" name="Feature4"/>
          <p:cNvSpPr/>
          <p:nvPr/>
        </p:nvSpPr>
        <p:spPr>
          <a:xfrm>
            <a:off x="548640" y="29718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Calendar view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Events grouped by day</a:t>
            </a:r>
            <a:endParaRPr lang="en-US" sz="1200" dirty="0"/>
          </a:p>
        </p:txBody>
      </p:sp>
      <p:sp>
        <p:nvSpPr>
          <p:cNvPr id="18" name="Feature5"/>
          <p:cNvSpPr/>
          <p:nvPr/>
        </p:nvSpPr>
        <p:spPr>
          <a:xfrm>
            <a:off x="2560320" y="29718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Profile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Details, history and total paid</a:t>
            </a:r>
            <a:endParaRPr lang="en-US" sz="1200" dirty="0"/>
          </a:p>
        </p:txBody>
      </p:sp>
      <p:sp>
        <p:nvSpPr>
          <p:cNvPr id="21" name="Feature6"/>
          <p:cNvSpPr/>
          <p:nvPr/>
        </p:nvSpPr>
        <p:spPr>
          <a:xfrm>
            <a:off x="4572000" y="29718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Updates and cancel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Notify all registrants</a:t>
            </a:r>
            <a:endParaRPr lang="en-US" sz="1200" dirty="0"/>
          </a:p>
        </p:txBody>
      </p:sp>
      <p:sp>
        <p:nvSpPr>
          <p:cNvPr id="24" name="Feature7"/>
          <p:cNvSpPr/>
          <p:nvPr/>
        </p:nvSpPr>
        <p:spPr>
          <a:xfrm>
            <a:off x="6583680" y="2971800"/>
            <a:ext cx="1874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Live analytics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Attendance, categories, ratings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we meet the problem statement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4297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 statement asks for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CampusPulse delivers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B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Discovery with filters and recommendations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Search, category filters, interest-based ranking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QR tickets, reminders and check-in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QR ticket, PDF download, organizer check-in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Flyer-to-event extraction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Poster upload fills an event draft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Venue conflict detection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Clash warning with alternative slots and venues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Approval workflow with history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Two-level approval with a full log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Organizer dashboard and analytics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A"/>
                          </a:solidFill>
                        </a:rPr>
                        <a:t>Live attendance, category and venue analytics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Prototype today, product tomorrow</a:t>
            </a:r>
            <a:endParaRPr lang="en-US" sz="2600" dirty="0"/>
          </a:p>
        </p:txBody>
      </p:sp>
      <p:sp>
        <p:nvSpPr>
          <p:cNvPr id="3" name="StackCard"/>
          <p:cNvSpPr/>
          <p:nvPr/>
        </p:nvSpPr>
        <p:spPr>
          <a:xfrm>
            <a:off x="548640" y="1371600"/>
            <a:ext cx="384048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4" name="NextCard"/>
          <p:cNvSpPr/>
          <p:nvPr/>
        </p:nvSpPr>
        <p:spPr>
          <a:xfrm>
            <a:off x="4754880" y="1371600"/>
            <a:ext cx="384048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Working in the prototype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flow from poster to analytics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Responsive web app for phone and desktop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saved in the browser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Simulated: poster reading, OTP, payment, QR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031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Vision model for real poster reading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SMS OTP and a payment gateway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Database with student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Scannable QR and camera check-in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Native mobile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Try the live demo: register with OTP and payment, download your ticket, then host an event and approve it.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Live demo: </a:t>
            </a:r>
            <a:pPr indent="0" marL="0">
              <a:buNone/>
            </a:pPr>
            <a:r>
              <a:rPr lang="en-US" sz="1400" u="sng" dirty="0">
                <a:solidFill>
                  <a:schemeClr val="accent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claude.ai/artifact/H4g5Uag9BjNhN6DJEtLyiZ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Pulse">
  <a:themeElements>
    <a:clrScheme name="CampusPulse">
      <a:dk1>
        <a:srgbClr val="16193A"/>
      </a:dk1>
      <a:lt1>
        <a:srgbClr val="FFFFFF"/>
      </a:lt1>
      <a:dk2>
        <a:srgbClr val="2E2BB8"/>
      </a:dk2>
      <a:lt2>
        <a:srgbClr val="F2F5FA"/>
      </a:lt2>
      <a:accent1>
        <a:srgbClr val="2E2BB8"/>
      </a:accent1>
      <a:accent2>
        <a:srgbClr val="0B8A6F"/>
      </a:accent2>
      <a:accent3>
        <a:srgbClr val="F0B34A"/>
      </a:accent3>
      <a:accent4>
        <a:srgbClr val="C2303F"/>
      </a:accent4>
      <a:accent5>
        <a:srgbClr val="8C8CFF"/>
      </a:accent5>
      <a:accent6>
        <a:srgbClr val="5D6385"/>
      </a:accent6>
      <a:hlink>
        <a:srgbClr val="2E2BB8"/>
      </a:hlink>
      <a:folHlink>
        <a:srgbClr val="5D6385"/>
      </a:folHlink>
    </a:clrScheme>
    <a:fontScheme name="CampusPuls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</dc:title>
  <dc:subject>PptxGenJS Presentation</dc:subject>
  <dc:creator>Team CampusPulse</dc:creator>
  <cp:lastModifiedBy>Team CampusPulse</cp:lastModifiedBy>
  <cp:revision>1</cp:revision>
  <dcterms:created xsi:type="dcterms:W3CDTF">2026-10-13T08:14:39Z</dcterms:created>
  <dcterms:modified xsi:type="dcterms:W3CDTF">2026-10-13T08:14:39Z</dcterms:modified>
</cp:coreProperties>
</file>